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2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3A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 HACKS APAC  ·  DEFI &amp; PAYMENTS  ·  STELLAR TESTNET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F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Lax-Stell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3A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balances, transactions, and orders stay completely private.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474720"/>
            <a:ext cx="320040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749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Tyobot &amp; Catur Setyono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9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E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ANECDOTE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Sarah: Running a Remote Studio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pays her global developers in USDC on Stellar.
</a:t>
            </a:r>
            <a:pPr indent="0" marL="0">
              <a:buNone/>
            </a:pPr>
            <a:r>
              <a:rPr lang="en-US" sz="1400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fast and extremely cheap, but because the ledger is fully transparent: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Competitors see her exact developer rates and runway.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Clients negotiate down knowing her exact financial balance.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Employees compare salaries, creating friction.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0" y="1645920"/>
            <a:ext cx="29260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E7A5C"/>
            </a:solidFill>
            <a:prstDash val="solid"/>
          </a:ln>
          <a:effectLst>
            <a:outerShdw sx="100000" sy="100000" kx="0" ky="0" algn="bl" rotWithShape="0" blurRad="76200" dist="25400" dir="8100000">
              <a:srgbClr val="1A151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0" y="1645920"/>
            <a:ext cx="2926080" cy="73152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0116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SHOCKING REALITY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60720" y="27432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didn't lose her money.
</a:t>
            </a:r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lost her business leverage.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9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E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Absolute Transparency is a Liability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3774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151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2377440" cy="54864"/>
          </a:xfrm>
          <a:prstGeom prst="rect">
            <a:avLst/>
          </a:prstGeom>
          <a:solidFill>
            <a:srgbClr val="8E7A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Fresh Wallets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could generate fresh addresses for every invoice. But funding trails link them on the public graph, deanonymizing her completely.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83280" y="1645920"/>
            <a:ext cx="23774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151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83280" y="1645920"/>
            <a:ext cx="2377440" cy="54864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8288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Mixers / Custodians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566160" y="283464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Tornado-style mixers or centralized escrows compromise self-custody and introduce severe regulatory or asset seizure risks.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35040" y="1645920"/>
            <a:ext cx="23774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151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35040" y="1645920"/>
            <a:ext cx="2377440" cy="54864"/>
          </a:xfrm>
          <a:prstGeom prst="rect">
            <a:avLst/>
          </a:prstGeom>
          <a:solidFill>
            <a:srgbClr val="8E7A5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288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Off-Chain / Sidechains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217920" y="283464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to other networks or L2 sidechains means leaving behind Stellar's native assets, lightning-fast speed, and deep liquidity.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9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E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Massive Demand for Shielded On-Chain Value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Blocker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institutional CFOs cite the public nature of raw addresses as the primary reason blocking stablecoin adoption for payroll.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0" y="1645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1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$20B+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3383280" y="2560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 Volume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29260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settled monthly across public Stellar assets, indicating a massive base of transactions waiting to unlock confidentiality.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0" y="1645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8E7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035040" y="2560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Self-Custodial Guarantee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35040" y="29260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Lax-Stell uses zero-knowledge verification so users never delegate keys or trust relayers. Confidentiality without surrender.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2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B3A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can we enable privacy-preserving transactions and trades directly on Stellar — without sacrificing self-custody?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3A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answer: browser-generated zero-knowledge proofs settled natively on Soroban.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9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E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Pool. Four Flows. One Bridge.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7830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151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1783080" cy="45720"/>
          </a:xfrm>
          <a:prstGeom prst="rect">
            <a:avLst/>
          </a:prstGeom>
          <a:solidFill>
            <a:srgbClr val="8E7A5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Bridge 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assets on Sepolia L1 and mints a private note on Stellar via light-client verified storage proofs.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97480" y="1645920"/>
            <a:ext cx="17830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151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97480" y="1645920"/>
            <a:ext cx="1783080" cy="45720"/>
          </a:xfrm>
          <a:prstGeom prst="rect">
            <a:avLst/>
          </a:prstGeom>
          <a:solidFill>
            <a:srgbClr val="8E7A5C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1828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834640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Shield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34640" y="27432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public Stellar assets (XLM/USDC) into the Merkle tree, hiding them behind Poseidon2 commitments.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645920"/>
            <a:ext cx="17830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151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645920"/>
            <a:ext cx="178308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828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800600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Pay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0600" y="27432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assets to a recipient key with completely hidden amounts and sender-receiver links.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29400" y="1645920"/>
            <a:ext cx="17830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151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1645920"/>
            <a:ext cx="1783080" cy="45720"/>
          </a:xfrm>
          <a:prstGeom prst="rect">
            <a:avLst/>
          </a:prstGeom>
          <a:solidFill>
            <a:srgbClr val="8E7A5C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1828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766560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Swap &amp; Exit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66560" y="27432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on a ZK Dark Pool or withdraws back to any public Stellar address using client-side proofs.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2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3A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Simulating the Shielded Loop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417320" cy="2560320"/>
          </a:xfrm>
          <a:prstGeom prst="rect">
            <a:avLst/>
          </a:prstGeom>
          <a:solidFill>
            <a:srgbClr val="211B1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1920240"/>
            <a:ext cx="594360" cy="594360"/>
          </a:xfrm>
          <a:prstGeom prst="ellipse">
            <a:avLst/>
          </a:prstGeom>
          <a:solidFill>
            <a:srgbClr val="17120B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20345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432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Connect Wallet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33832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A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freighter &amp; metamask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331720" y="1645920"/>
            <a:ext cx="1417320" cy="2560320"/>
          </a:xfrm>
          <a:prstGeom prst="rect">
            <a:avLst/>
          </a:prstGeom>
          <a:solidFill>
            <a:srgbClr val="211B1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0" y="1920240"/>
            <a:ext cx="594360" cy="594360"/>
          </a:xfrm>
          <a:prstGeom prst="ellipse">
            <a:avLst/>
          </a:prstGeom>
          <a:solidFill>
            <a:srgbClr val="17120B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20345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23160" y="27432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Deposit / Bridge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423160" y="33832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A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shielded note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931920" y="1645920"/>
            <a:ext cx="1417320" cy="2560320"/>
          </a:xfrm>
          <a:prstGeom prst="rect">
            <a:avLst/>
          </a:prstGeom>
          <a:solidFill>
            <a:srgbClr val="211B1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343400" y="1920240"/>
            <a:ext cx="594360" cy="594360"/>
          </a:xfrm>
          <a:prstGeom prst="ellipse">
            <a:avLst/>
          </a:prstGeom>
          <a:solidFill>
            <a:srgbClr val="17120B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20345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023360" y="27432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Pay Privately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023360" y="33832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A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2-in/2-out transfer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532120" y="1645920"/>
            <a:ext cx="1417320" cy="2560320"/>
          </a:xfrm>
          <a:prstGeom prst="rect">
            <a:avLst/>
          </a:prstGeom>
          <a:solidFill>
            <a:srgbClr val="211B1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943600" y="1920240"/>
            <a:ext cx="594360" cy="594360"/>
          </a:xfrm>
          <a:prstGeom prst="ellipse">
            <a:avLst/>
          </a:prstGeom>
          <a:solidFill>
            <a:srgbClr val="17120B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900" y="20345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23560" y="27432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Swap (Dark Pool)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623560" y="33832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A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midpoint orders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132320" y="1645920"/>
            <a:ext cx="1417320" cy="2560320"/>
          </a:xfrm>
          <a:prstGeom prst="rect">
            <a:avLst/>
          </a:prstGeom>
          <a:solidFill>
            <a:srgbClr val="211B1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543800" y="1920240"/>
            <a:ext cx="594360" cy="594360"/>
          </a:xfrm>
          <a:prstGeom prst="ellipse">
            <a:avLst/>
          </a:prstGeom>
          <a:solidFill>
            <a:srgbClr val="17120B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100" y="203454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223760" y="27432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Withdraw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7223760" y="33832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A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re-enter public space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ALL SECRET INPUTS GENERATED CLIENT-SIDE  ←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9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E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Browser Proving &amp; On-Chain Verification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5661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151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356616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20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PROVER (Browser)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Key Derivation: </a:t>
            </a:r>
            <a:pPr indent="0" marL="0">
              <a:buNone/>
            </a:pPr>
            <a:r>
              <a:rPr lang="en-US" sz="1300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Deterministically signs with Freighter to yield the spending key.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Build Inputs: </a:t>
            </a:r>
            <a:pPr indent="0" marL="0">
              <a:buNone/>
            </a:pPr>
            <a:r>
              <a:rPr lang="en-US" sz="1300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note secret commitments, nullifier, and local Merkle path.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Noir Proving: </a:t>
            </a:r>
            <a:pPr indent="0" marL="0">
              <a:buNone/>
            </a:pPr>
            <a:r>
              <a:rPr lang="en-US" sz="1300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to WASM/JS. Secrets never leave the device.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645920"/>
            <a:ext cx="35661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151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645920"/>
            <a:ext cx="3566160" cy="73152"/>
          </a:xfrm>
          <a:prstGeom prst="rect">
            <a:avLst/>
          </a:prstGeom>
          <a:solidFill>
            <a:srgbClr val="8E7A5C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920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VERIFIER (Soroban)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0" y="237744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Merkle Root Check: </a:t>
            </a:r>
            <a:pPr indent="0" marL="0">
              <a:buNone/>
            </a:pPr>
            <a:r>
              <a:rPr lang="en-US" sz="1300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Asserts that the proven root is in the 100-entry root history.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Replay Guard: </a:t>
            </a:r>
            <a:pPr indent="0" marL="0">
              <a:buNone/>
            </a:pPr>
            <a:r>
              <a:rPr lang="en-US" sz="1300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the nullifier has already been spent. Prevents double spend.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UltraHonk Contract: </a:t>
            </a:r>
            <a:pPr indent="0" marL="0">
              <a:buNone/>
            </a:pPr>
            <a:r>
              <a:rPr lang="en-US" sz="1300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BN254 pairing verifier using Soroban host functions.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9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E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Cutting-Edge Cryptography on Soroban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151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54864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Zero-Knowledge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108960" y="1645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Noir 1.0.0-beta.9 &amp; Barretenberg 0.87.0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08960" y="18745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proving in WASM web-workers. UltraHonk over BN254 curve.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151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377440"/>
            <a:ext cx="54864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468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On-chain Light Client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08960" y="24688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Soroban Native BLS12-381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08960" y="2697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CAP-0059 host functions verify Ethereum sync-committee signatures for ~30M inst.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20040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151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200400"/>
            <a:ext cx="54864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Inclusion Proofs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108960" y="32918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Merkle-Patricia Trie (MPT)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08960" y="3520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directly in-contract using Keccak/RLP in Rust to verify Sepolia locked storage.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02336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151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023360"/>
            <a:ext cx="54864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114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&amp; DEX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108960" y="41148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R3F &amp; TS Matcher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08960" y="4343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Tailwind CSS, Three.js visualization, and off-chain midpoint orderbook pairing.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2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3A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and Verifiable on Stellar Testnet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A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CONTRACTS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3566160" cy="777240"/>
          </a:xfrm>
          <a:prstGeom prst="rect">
            <a:avLst/>
          </a:prstGeom>
          <a:solidFill>
            <a:srgbClr val="211B1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11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Lax-Stell Pool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A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CBZNNVUKTG6YSVT3NGV7MDVL5ZQO5D4KLLIRFAGBCORPH7Q62ZHS5RP3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3566160" cy="777240"/>
          </a:xfrm>
          <a:prstGeom prst="rect">
            <a:avLst/>
          </a:prstGeom>
          <a:solidFill>
            <a:srgbClr val="211B1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880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EthLightClient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A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CCI47AHPL6RETKEDIUGD3XWSBPOHY3IJAZVKBODCBAKZ6UAP27AQ6WH5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3566160" cy="777240"/>
          </a:xfrm>
          <a:prstGeom prst="rect">
            <a:avLst/>
          </a:prstGeom>
          <a:solidFill>
            <a:srgbClr val="211B1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749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LaxStellBridge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A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CAY44CMEIJKB2TBVVPFZMEAIDQIROJPB5RIQX5TFQIYCG46WTSWDUXV6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A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ON-CHAIN PROOFS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1920240"/>
            <a:ext cx="3566160" cy="566928"/>
          </a:xfrm>
          <a:prstGeom prst="rect">
            <a:avLst/>
          </a:prstGeom>
          <a:solidFill>
            <a:srgbClr val="211B1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2066544"/>
            <a:ext cx="274320" cy="2743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349240" y="19933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Deposit 1 XLM (Leaf 0)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349240" y="22128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A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Tx: cdaa631c68bedd73a7cf469285e21c...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846320" y="2578608"/>
            <a:ext cx="3566160" cy="566928"/>
          </a:xfrm>
          <a:prstGeom prst="rect">
            <a:avLst/>
          </a:prstGeom>
          <a:solidFill>
            <a:srgbClr val="211B1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724912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49240" y="26517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 Sepolia State Root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349240" y="287121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A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Tx: 2f1549ee8bbcdf5d803d11a99886b2d...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846320" y="3236976"/>
            <a:ext cx="3566160" cy="566928"/>
          </a:xfrm>
          <a:prstGeom prst="rect">
            <a:avLst/>
          </a:prstGeom>
          <a:solidFill>
            <a:srgbClr val="211B1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3383280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349240" y="33101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Bridge Mint (Inbound)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349240" y="35295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A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Tx: 4b3760d1f31b50da6a54bec54fe5f56...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4846320" y="3895344"/>
            <a:ext cx="3566160" cy="566928"/>
          </a:xfrm>
          <a:prstGeom prst="rect">
            <a:avLst/>
          </a:prstGeom>
          <a:solidFill>
            <a:srgbClr val="211B1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4041648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349240" y="39684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E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ZK Withdrawal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349240" y="4187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A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Tx: d2d2aca363087a082483b905d5e7ae...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E9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E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&amp; The Ask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37490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151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116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Security Audit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full cryptographical audit on Noir circuits and Rust-based MPT/BLS light client.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37490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151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8803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Decentralized Matcher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off-chain matching engine into a decentralized, permissionless matcher set.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37490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A151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7490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1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3: Wallet Integration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977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native SDK integrations directly into Freighter, Albedo, and other Stellar wallets.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1554480"/>
            <a:ext cx="347472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1A151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1208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ASK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0" y="219456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looking for:
</a:t>
            </a:r>
            <a:pPr indent="0" marL="0">
              <a:buNone/>
            </a:pPr>
            <a:r>
              <a:rPr lang="en-US" sz="1400" b="1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Design Partners: </a:t>
            </a:r>
            <a:pPr indent="0" marL="0">
              <a:buNone/>
            </a:pPr>
            <a:r>
              <a:rPr lang="en-US" sz="1400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agencies and builders who struggle with public stablecoin transparency.
</a:t>
            </a:r>
            <a:pPr indent="0" marL="0">
              <a:buNone/>
            </a:pPr>
            <a:r>
              <a:rPr lang="en-US" sz="1400" b="1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Technical Collaborators: </a:t>
            </a:r>
            <a:pPr indent="0" marL="0">
              <a:buNone/>
            </a:pPr>
            <a:r>
              <a:rPr lang="en-US" sz="1400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Cryptographers and Rust developers to help optimize Soroban light-client costs.
</a:t>
            </a:r>
            <a:pPr indent="0" marL="0">
              <a:buNone/>
            </a:pPr>
            <a:r>
              <a:rPr lang="en-US" sz="1400" b="1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Integrations: </a:t>
            </a:r>
            <a:pPr indent="0" marL="0">
              <a:buNone/>
            </a:pPr>
            <a:r>
              <a:rPr lang="en-US" sz="1400" dirty="0">
                <a:solidFill>
                  <a:srgbClr val="21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 wallet providers interested in adding privacy features natively.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2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3A0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Sarah can give her team a raise without announcing it to the world.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balances, transactions, and orders stay completely private.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Lax-Stell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914400" y="3657600"/>
            <a:ext cx="4114800" cy="0"/>
          </a:xfrm>
          <a:prstGeom prst="line">
            <a:avLst/>
          </a:prstGeom>
          <a:noFill/>
          <a:ln w="12700">
            <a:solidFill>
              <a:srgbClr val="B3A0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github.com/ln-tc999/LaxStell.git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hello@lax-stell.money / firdaussyah03@gmail.com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Lax-Stell Presentation</dc:title>
  <dc:subject>PptxGenJS Presentation</dc:subject>
  <dc:creator>Catur Setyono (Tyobot)</dc:creator>
  <cp:lastModifiedBy>Catur Setyono (Tyobot)</cp:lastModifiedBy>
  <cp:revision>1</cp:revision>
  <dcterms:created xsi:type="dcterms:W3CDTF">2026-07-28T16:14:09Z</dcterms:created>
  <dcterms:modified xsi:type="dcterms:W3CDTF">2026-07-28T16:14:09Z</dcterms:modified>
</cp:coreProperties>
</file>